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60" d="100"/>
          <a:sy n="60" d="100"/>
        </p:scale>
        <p:origin x="79" y="5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C847D2-8525-4DEC-B4CE-CF77C3262D80}" type="doc">
      <dgm:prSet loTypeId="urn:microsoft.com/office/officeart/2005/8/layout/hierarchy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550D041B-A9F0-4A12-B3CB-9142A17D7098}">
      <dgm:prSet phldrT="[Texte]" phldr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endParaRPr lang="fr-FR" dirty="0"/>
        </a:p>
      </dgm:t>
    </dgm:pt>
    <dgm:pt modelId="{F8D1B1FC-497A-4878-B12A-D12DADAE60B7}" type="parTrans" cxnId="{43FE83A8-FE5F-4BE2-B117-A6C2CC6712C7}">
      <dgm:prSet/>
      <dgm:spPr/>
      <dgm:t>
        <a:bodyPr/>
        <a:lstStyle/>
        <a:p>
          <a:endParaRPr lang="fr-FR"/>
        </a:p>
      </dgm:t>
    </dgm:pt>
    <dgm:pt modelId="{B359D216-95B4-4290-A065-D3FE6CCEC917}" type="sibTrans" cxnId="{43FE83A8-FE5F-4BE2-B117-A6C2CC6712C7}">
      <dgm:prSet/>
      <dgm:spPr/>
      <dgm:t>
        <a:bodyPr/>
        <a:lstStyle/>
        <a:p>
          <a:endParaRPr lang="fr-FR"/>
        </a:p>
      </dgm:t>
    </dgm:pt>
    <dgm:pt modelId="{CD4ED157-71BD-47D8-9305-69521B55C992}">
      <dgm:prSet phldrT="[Texte]" phldr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endParaRPr lang="fr-FR"/>
        </a:p>
      </dgm:t>
    </dgm:pt>
    <dgm:pt modelId="{3DBF614D-2438-45F5-BF7E-955AEC50A14A}" type="parTrans" cxnId="{97AB375B-256F-4BA8-AE14-01FCECD16114}">
      <dgm:prSet/>
      <dgm:spPr/>
      <dgm:t>
        <a:bodyPr/>
        <a:lstStyle/>
        <a:p>
          <a:endParaRPr lang="fr-FR"/>
        </a:p>
      </dgm:t>
    </dgm:pt>
    <dgm:pt modelId="{DCB2B45C-9590-492F-B316-4B8D12A8459F}" type="sibTrans" cxnId="{97AB375B-256F-4BA8-AE14-01FCECD16114}">
      <dgm:prSet/>
      <dgm:spPr/>
      <dgm:t>
        <a:bodyPr/>
        <a:lstStyle/>
        <a:p>
          <a:endParaRPr lang="fr-FR"/>
        </a:p>
      </dgm:t>
    </dgm:pt>
    <dgm:pt modelId="{1498DA68-03F8-4248-AB71-73D72E352B76}">
      <dgm:prSet phldrT="[Texte]" phldr="1"/>
      <dgm:spPr>
        <a:solidFill>
          <a:schemeClr val="bg1">
            <a:lumMod val="75000"/>
          </a:schemeClr>
        </a:solidFill>
      </dgm:spPr>
      <dgm:t>
        <a:bodyPr/>
        <a:lstStyle/>
        <a:p>
          <a:endParaRPr lang="fr-FR" dirty="0"/>
        </a:p>
      </dgm:t>
    </dgm:pt>
    <dgm:pt modelId="{B26B9DD1-EAB1-4178-A154-F7793608E1F5}" type="parTrans" cxnId="{76FB9A81-1DA2-42B2-A18F-85E4435E7C4F}">
      <dgm:prSet/>
      <dgm:spPr/>
      <dgm:t>
        <a:bodyPr/>
        <a:lstStyle/>
        <a:p>
          <a:endParaRPr lang="fr-FR"/>
        </a:p>
      </dgm:t>
    </dgm:pt>
    <dgm:pt modelId="{2DF7B2DD-8865-43D5-8337-688FA30DF7C3}" type="sibTrans" cxnId="{76FB9A81-1DA2-42B2-A18F-85E4435E7C4F}">
      <dgm:prSet/>
      <dgm:spPr/>
      <dgm:t>
        <a:bodyPr/>
        <a:lstStyle/>
        <a:p>
          <a:endParaRPr lang="fr-FR"/>
        </a:p>
      </dgm:t>
    </dgm:pt>
    <dgm:pt modelId="{AD369789-3BF8-49B0-8033-D13E2B1B9C12}">
      <dgm:prSet phldrT="[Texte]" phldr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endParaRPr lang="fr-FR"/>
        </a:p>
      </dgm:t>
    </dgm:pt>
    <dgm:pt modelId="{73ABA3C7-5C0D-4CC9-9698-62B4D18D12B0}" type="parTrans" cxnId="{00B55385-F985-49EE-B444-1B99676BA80B}">
      <dgm:prSet/>
      <dgm:spPr/>
      <dgm:t>
        <a:bodyPr/>
        <a:lstStyle/>
        <a:p>
          <a:endParaRPr lang="fr-FR"/>
        </a:p>
      </dgm:t>
    </dgm:pt>
    <dgm:pt modelId="{A4BC137F-589E-4025-847F-190239F5BB43}" type="sibTrans" cxnId="{00B55385-F985-49EE-B444-1B99676BA80B}">
      <dgm:prSet/>
      <dgm:spPr/>
      <dgm:t>
        <a:bodyPr/>
        <a:lstStyle/>
        <a:p>
          <a:endParaRPr lang="fr-FR"/>
        </a:p>
      </dgm:t>
    </dgm:pt>
    <dgm:pt modelId="{F5BE42D0-9BFE-45AF-B688-AD03AB6035E9}">
      <dgm:prSet phldrT="[Texte]" phldr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endParaRPr lang="fr-FR"/>
        </a:p>
      </dgm:t>
    </dgm:pt>
    <dgm:pt modelId="{DC6C1BA7-CCDE-4CFB-B659-4E4367E9FB84}" type="parTrans" cxnId="{3CB1A78E-1F2E-4D49-B5F1-F475F0A3A977}">
      <dgm:prSet/>
      <dgm:spPr/>
      <dgm:t>
        <a:bodyPr/>
        <a:lstStyle/>
        <a:p>
          <a:endParaRPr lang="fr-FR"/>
        </a:p>
      </dgm:t>
    </dgm:pt>
    <dgm:pt modelId="{BC6EBE07-92F8-4142-8B1D-EB010D636872}" type="sibTrans" cxnId="{3CB1A78E-1F2E-4D49-B5F1-F475F0A3A977}">
      <dgm:prSet/>
      <dgm:spPr/>
      <dgm:t>
        <a:bodyPr/>
        <a:lstStyle/>
        <a:p>
          <a:endParaRPr lang="fr-FR"/>
        </a:p>
      </dgm:t>
    </dgm:pt>
    <dgm:pt modelId="{786811FC-CCFD-4C5F-A43B-3BB8F2220561}">
      <dgm:prSet phldrT="[Texte]" phldr="1"/>
      <dgm:spPr>
        <a:solidFill>
          <a:schemeClr val="bg2">
            <a:lumMod val="90000"/>
          </a:schemeClr>
        </a:solidFill>
      </dgm:spPr>
      <dgm:t>
        <a:bodyPr/>
        <a:lstStyle/>
        <a:p>
          <a:endParaRPr lang="fr-FR"/>
        </a:p>
      </dgm:t>
    </dgm:pt>
    <dgm:pt modelId="{D389C9E7-41F4-47A5-AAA9-E62F41306E56}" type="parTrans" cxnId="{D3049EDF-A266-428E-BD87-1512F9266ADD}">
      <dgm:prSet/>
      <dgm:spPr/>
      <dgm:t>
        <a:bodyPr/>
        <a:lstStyle/>
        <a:p>
          <a:endParaRPr lang="fr-FR"/>
        </a:p>
      </dgm:t>
    </dgm:pt>
    <dgm:pt modelId="{EC3717BE-616F-4020-9DD5-66F47936A2BB}" type="sibTrans" cxnId="{D3049EDF-A266-428E-BD87-1512F9266ADD}">
      <dgm:prSet/>
      <dgm:spPr/>
      <dgm:t>
        <a:bodyPr/>
        <a:lstStyle/>
        <a:p>
          <a:endParaRPr lang="fr-FR"/>
        </a:p>
      </dgm:t>
    </dgm:pt>
    <dgm:pt modelId="{7874D332-CE8C-4788-B6C6-39AA5ACDCD0F}" type="pres">
      <dgm:prSet presAssocID="{FDC847D2-8525-4DEC-B4CE-CF77C3262D80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D2546E9-80BA-4D09-A562-F6EC860C49CE}" type="pres">
      <dgm:prSet presAssocID="{550D041B-A9F0-4A12-B3CB-9142A17D7098}" presName="vertOne" presStyleCnt="0"/>
      <dgm:spPr/>
    </dgm:pt>
    <dgm:pt modelId="{E28A94E6-21BB-491E-ADAA-07E1E06D7087}" type="pres">
      <dgm:prSet presAssocID="{550D041B-A9F0-4A12-B3CB-9142A17D7098}" presName="txOne" presStyleLbl="node0" presStyleIdx="0" presStyleCnt="1">
        <dgm:presLayoutVars>
          <dgm:chPref val="3"/>
        </dgm:presLayoutVars>
      </dgm:prSet>
      <dgm:spPr/>
    </dgm:pt>
    <dgm:pt modelId="{AA6EBE88-1350-4FC0-82F6-62DA50CC7425}" type="pres">
      <dgm:prSet presAssocID="{550D041B-A9F0-4A12-B3CB-9142A17D7098}" presName="parTransOne" presStyleCnt="0"/>
      <dgm:spPr/>
    </dgm:pt>
    <dgm:pt modelId="{4CADF704-0454-401B-B560-2251CCF39D17}" type="pres">
      <dgm:prSet presAssocID="{550D041B-A9F0-4A12-B3CB-9142A17D7098}" presName="horzOne" presStyleCnt="0"/>
      <dgm:spPr/>
    </dgm:pt>
    <dgm:pt modelId="{12972360-CB7D-487A-A2A7-D65D08B8553B}" type="pres">
      <dgm:prSet presAssocID="{CD4ED157-71BD-47D8-9305-69521B55C992}" presName="vertTwo" presStyleCnt="0"/>
      <dgm:spPr/>
    </dgm:pt>
    <dgm:pt modelId="{461F8E4E-31CB-4A10-B358-A56BB2F8E953}" type="pres">
      <dgm:prSet presAssocID="{CD4ED157-71BD-47D8-9305-69521B55C992}" presName="txTwo" presStyleLbl="node2" presStyleIdx="0" presStyleCnt="2">
        <dgm:presLayoutVars>
          <dgm:chPref val="3"/>
        </dgm:presLayoutVars>
      </dgm:prSet>
      <dgm:spPr/>
    </dgm:pt>
    <dgm:pt modelId="{B1E23CDA-B196-4F69-8FCC-08219D7031BA}" type="pres">
      <dgm:prSet presAssocID="{CD4ED157-71BD-47D8-9305-69521B55C992}" presName="parTransTwo" presStyleCnt="0"/>
      <dgm:spPr/>
    </dgm:pt>
    <dgm:pt modelId="{5CD58454-97C2-48C9-9469-E8EA73525E18}" type="pres">
      <dgm:prSet presAssocID="{CD4ED157-71BD-47D8-9305-69521B55C992}" presName="horzTwo" presStyleCnt="0"/>
      <dgm:spPr/>
    </dgm:pt>
    <dgm:pt modelId="{6C67880A-A079-4281-8D4B-5E34EE9B4C4F}" type="pres">
      <dgm:prSet presAssocID="{1498DA68-03F8-4248-AB71-73D72E352B76}" presName="vertThree" presStyleCnt="0"/>
      <dgm:spPr/>
    </dgm:pt>
    <dgm:pt modelId="{B88EF45E-C79B-4CA9-9E41-1DE0BAA080D2}" type="pres">
      <dgm:prSet presAssocID="{1498DA68-03F8-4248-AB71-73D72E352B76}" presName="txThree" presStyleLbl="node3" presStyleIdx="0" presStyleCnt="3">
        <dgm:presLayoutVars>
          <dgm:chPref val="3"/>
        </dgm:presLayoutVars>
      </dgm:prSet>
      <dgm:spPr/>
    </dgm:pt>
    <dgm:pt modelId="{834F6D21-1897-4EA9-81D8-956178B9A7A5}" type="pres">
      <dgm:prSet presAssocID="{1498DA68-03F8-4248-AB71-73D72E352B76}" presName="horzThree" presStyleCnt="0"/>
      <dgm:spPr/>
    </dgm:pt>
    <dgm:pt modelId="{0C97DBF0-651A-4232-B157-7AEAC9CB076D}" type="pres">
      <dgm:prSet presAssocID="{2DF7B2DD-8865-43D5-8337-688FA30DF7C3}" presName="sibSpaceThree" presStyleCnt="0"/>
      <dgm:spPr/>
    </dgm:pt>
    <dgm:pt modelId="{BE015229-8DC1-4097-9982-C62B76B35988}" type="pres">
      <dgm:prSet presAssocID="{AD369789-3BF8-49B0-8033-D13E2B1B9C12}" presName="vertThree" presStyleCnt="0"/>
      <dgm:spPr/>
    </dgm:pt>
    <dgm:pt modelId="{914B07E2-2D21-4C72-B7DC-F655B0D2789F}" type="pres">
      <dgm:prSet presAssocID="{AD369789-3BF8-49B0-8033-D13E2B1B9C12}" presName="txThree" presStyleLbl="node3" presStyleIdx="1" presStyleCnt="3">
        <dgm:presLayoutVars>
          <dgm:chPref val="3"/>
        </dgm:presLayoutVars>
      </dgm:prSet>
      <dgm:spPr/>
    </dgm:pt>
    <dgm:pt modelId="{F861D05F-8665-4E12-A283-F9DA6F0B8BF9}" type="pres">
      <dgm:prSet presAssocID="{AD369789-3BF8-49B0-8033-D13E2B1B9C12}" presName="horzThree" presStyleCnt="0"/>
      <dgm:spPr/>
    </dgm:pt>
    <dgm:pt modelId="{10B5E3FB-8E0B-40AE-9101-182C67FC502A}" type="pres">
      <dgm:prSet presAssocID="{DCB2B45C-9590-492F-B316-4B8D12A8459F}" presName="sibSpaceTwo" presStyleCnt="0"/>
      <dgm:spPr/>
    </dgm:pt>
    <dgm:pt modelId="{508CCD59-97AA-4FCA-9855-D9C402597956}" type="pres">
      <dgm:prSet presAssocID="{F5BE42D0-9BFE-45AF-B688-AD03AB6035E9}" presName="vertTwo" presStyleCnt="0"/>
      <dgm:spPr/>
    </dgm:pt>
    <dgm:pt modelId="{3E853FF1-093F-4EF8-8BCC-C11154AE5F56}" type="pres">
      <dgm:prSet presAssocID="{F5BE42D0-9BFE-45AF-B688-AD03AB6035E9}" presName="txTwo" presStyleLbl="node2" presStyleIdx="1" presStyleCnt="2">
        <dgm:presLayoutVars>
          <dgm:chPref val="3"/>
        </dgm:presLayoutVars>
      </dgm:prSet>
      <dgm:spPr/>
    </dgm:pt>
    <dgm:pt modelId="{B28C754D-D77F-4AC5-8D1B-5181F5295C42}" type="pres">
      <dgm:prSet presAssocID="{F5BE42D0-9BFE-45AF-B688-AD03AB6035E9}" presName="parTransTwo" presStyleCnt="0"/>
      <dgm:spPr/>
    </dgm:pt>
    <dgm:pt modelId="{0AE0033E-DBDA-45C2-9EA8-A27FE83DB99F}" type="pres">
      <dgm:prSet presAssocID="{F5BE42D0-9BFE-45AF-B688-AD03AB6035E9}" presName="horzTwo" presStyleCnt="0"/>
      <dgm:spPr/>
    </dgm:pt>
    <dgm:pt modelId="{C0009A21-FE37-4F6E-85AE-8FF4D6768C0C}" type="pres">
      <dgm:prSet presAssocID="{786811FC-CCFD-4C5F-A43B-3BB8F2220561}" presName="vertThree" presStyleCnt="0"/>
      <dgm:spPr/>
    </dgm:pt>
    <dgm:pt modelId="{63828825-E964-4643-88C5-ECD30183D14E}" type="pres">
      <dgm:prSet presAssocID="{786811FC-CCFD-4C5F-A43B-3BB8F2220561}" presName="txThree" presStyleLbl="node3" presStyleIdx="2" presStyleCnt="3">
        <dgm:presLayoutVars>
          <dgm:chPref val="3"/>
        </dgm:presLayoutVars>
      </dgm:prSet>
      <dgm:spPr/>
    </dgm:pt>
    <dgm:pt modelId="{B8E76EFC-5274-4469-81BE-961AF9743CF5}" type="pres">
      <dgm:prSet presAssocID="{786811FC-CCFD-4C5F-A43B-3BB8F2220561}" presName="horzThree" presStyleCnt="0"/>
      <dgm:spPr/>
    </dgm:pt>
  </dgm:ptLst>
  <dgm:cxnLst>
    <dgm:cxn modelId="{C9E1623A-A0AF-4BFB-B935-71C148518011}" type="presOf" srcId="{CD4ED157-71BD-47D8-9305-69521B55C992}" destId="{461F8E4E-31CB-4A10-B358-A56BB2F8E953}" srcOrd="0" destOrd="0" presId="urn:microsoft.com/office/officeart/2005/8/layout/hierarchy4"/>
    <dgm:cxn modelId="{97AB375B-256F-4BA8-AE14-01FCECD16114}" srcId="{550D041B-A9F0-4A12-B3CB-9142A17D7098}" destId="{CD4ED157-71BD-47D8-9305-69521B55C992}" srcOrd="0" destOrd="0" parTransId="{3DBF614D-2438-45F5-BF7E-955AEC50A14A}" sibTransId="{DCB2B45C-9590-492F-B316-4B8D12A8459F}"/>
    <dgm:cxn modelId="{F5684153-6882-4FD8-8316-BD0D86381299}" type="presOf" srcId="{AD369789-3BF8-49B0-8033-D13E2B1B9C12}" destId="{914B07E2-2D21-4C72-B7DC-F655B0D2789F}" srcOrd="0" destOrd="0" presId="urn:microsoft.com/office/officeart/2005/8/layout/hierarchy4"/>
    <dgm:cxn modelId="{76FB9A81-1DA2-42B2-A18F-85E4435E7C4F}" srcId="{CD4ED157-71BD-47D8-9305-69521B55C992}" destId="{1498DA68-03F8-4248-AB71-73D72E352B76}" srcOrd="0" destOrd="0" parTransId="{B26B9DD1-EAB1-4178-A154-F7793608E1F5}" sibTransId="{2DF7B2DD-8865-43D5-8337-688FA30DF7C3}"/>
    <dgm:cxn modelId="{A617CC81-8303-44CE-97A3-99A7186F1B25}" type="presOf" srcId="{786811FC-CCFD-4C5F-A43B-3BB8F2220561}" destId="{63828825-E964-4643-88C5-ECD30183D14E}" srcOrd="0" destOrd="0" presId="urn:microsoft.com/office/officeart/2005/8/layout/hierarchy4"/>
    <dgm:cxn modelId="{00B55385-F985-49EE-B444-1B99676BA80B}" srcId="{CD4ED157-71BD-47D8-9305-69521B55C992}" destId="{AD369789-3BF8-49B0-8033-D13E2B1B9C12}" srcOrd="1" destOrd="0" parTransId="{73ABA3C7-5C0D-4CC9-9698-62B4D18D12B0}" sibTransId="{A4BC137F-589E-4025-847F-190239F5BB43}"/>
    <dgm:cxn modelId="{3CB1A78E-1F2E-4D49-B5F1-F475F0A3A977}" srcId="{550D041B-A9F0-4A12-B3CB-9142A17D7098}" destId="{F5BE42D0-9BFE-45AF-B688-AD03AB6035E9}" srcOrd="1" destOrd="0" parTransId="{DC6C1BA7-CCDE-4CFB-B659-4E4367E9FB84}" sibTransId="{BC6EBE07-92F8-4142-8B1D-EB010D636872}"/>
    <dgm:cxn modelId="{43FE83A8-FE5F-4BE2-B117-A6C2CC6712C7}" srcId="{FDC847D2-8525-4DEC-B4CE-CF77C3262D80}" destId="{550D041B-A9F0-4A12-B3CB-9142A17D7098}" srcOrd="0" destOrd="0" parTransId="{F8D1B1FC-497A-4878-B12A-D12DADAE60B7}" sibTransId="{B359D216-95B4-4290-A065-D3FE6CCEC917}"/>
    <dgm:cxn modelId="{0236FAB3-DA3C-4A83-AD12-6D25C94AC949}" type="presOf" srcId="{550D041B-A9F0-4A12-B3CB-9142A17D7098}" destId="{E28A94E6-21BB-491E-ADAA-07E1E06D7087}" srcOrd="0" destOrd="0" presId="urn:microsoft.com/office/officeart/2005/8/layout/hierarchy4"/>
    <dgm:cxn modelId="{16E5F4C3-EB3C-49AD-97A5-57645A485599}" type="presOf" srcId="{FDC847D2-8525-4DEC-B4CE-CF77C3262D80}" destId="{7874D332-CE8C-4788-B6C6-39AA5ACDCD0F}" srcOrd="0" destOrd="0" presId="urn:microsoft.com/office/officeart/2005/8/layout/hierarchy4"/>
    <dgm:cxn modelId="{B447ECCB-6663-495C-BD79-1FFCC508FE67}" type="presOf" srcId="{F5BE42D0-9BFE-45AF-B688-AD03AB6035E9}" destId="{3E853FF1-093F-4EF8-8BCC-C11154AE5F56}" srcOrd="0" destOrd="0" presId="urn:microsoft.com/office/officeart/2005/8/layout/hierarchy4"/>
    <dgm:cxn modelId="{AF5D9DCC-7839-4145-85CC-FD52BA75FD4C}" type="presOf" srcId="{1498DA68-03F8-4248-AB71-73D72E352B76}" destId="{B88EF45E-C79B-4CA9-9E41-1DE0BAA080D2}" srcOrd="0" destOrd="0" presId="urn:microsoft.com/office/officeart/2005/8/layout/hierarchy4"/>
    <dgm:cxn modelId="{D3049EDF-A266-428E-BD87-1512F9266ADD}" srcId="{F5BE42D0-9BFE-45AF-B688-AD03AB6035E9}" destId="{786811FC-CCFD-4C5F-A43B-3BB8F2220561}" srcOrd="0" destOrd="0" parTransId="{D389C9E7-41F4-47A5-AAA9-E62F41306E56}" sibTransId="{EC3717BE-616F-4020-9DD5-66F47936A2BB}"/>
    <dgm:cxn modelId="{8A45D499-5FBC-49C2-9170-2FD57BA27884}" type="presParOf" srcId="{7874D332-CE8C-4788-B6C6-39AA5ACDCD0F}" destId="{2D2546E9-80BA-4D09-A562-F6EC860C49CE}" srcOrd="0" destOrd="0" presId="urn:microsoft.com/office/officeart/2005/8/layout/hierarchy4"/>
    <dgm:cxn modelId="{10F088DD-6EF6-4C7E-84B8-F08F415FB7E3}" type="presParOf" srcId="{2D2546E9-80BA-4D09-A562-F6EC860C49CE}" destId="{E28A94E6-21BB-491E-ADAA-07E1E06D7087}" srcOrd="0" destOrd="0" presId="urn:microsoft.com/office/officeart/2005/8/layout/hierarchy4"/>
    <dgm:cxn modelId="{2E62FF05-45F3-4235-9CA9-8951A44F5AB5}" type="presParOf" srcId="{2D2546E9-80BA-4D09-A562-F6EC860C49CE}" destId="{AA6EBE88-1350-4FC0-82F6-62DA50CC7425}" srcOrd="1" destOrd="0" presId="urn:microsoft.com/office/officeart/2005/8/layout/hierarchy4"/>
    <dgm:cxn modelId="{50DE0960-906D-401C-B761-B96A58891D36}" type="presParOf" srcId="{2D2546E9-80BA-4D09-A562-F6EC860C49CE}" destId="{4CADF704-0454-401B-B560-2251CCF39D17}" srcOrd="2" destOrd="0" presId="urn:microsoft.com/office/officeart/2005/8/layout/hierarchy4"/>
    <dgm:cxn modelId="{5EF11645-0D8B-43D9-85FD-1DE24DEB3FA8}" type="presParOf" srcId="{4CADF704-0454-401B-B560-2251CCF39D17}" destId="{12972360-CB7D-487A-A2A7-D65D08B8553B}" srcOrd="0" destOrd="0" presId="urn:microsoft.com/office/officeart/2005/8/layout/hierarchy4"/>
    <dgm:cxn modelId="{ECE3BAE2-4BE8-4EBD-837A-BAF31948BE10}" type="presParOf" srcId="{12972360-CB7D-487A-A2A7-D65D08B8553B}" destId="{461F8E4E-31CB-4A10-B358-A56BB2F8E953}" srcOrd="0" destOrd="0" presId="urn:microsoft.com/office/officeart/2005/8/layout/hierarchy4"/>
    <dgm:cxn modelId="{20630E75-05AD-4252-B6DC-9C7FE7B4EF1B}" type="presParOf" srcId="{12972360-CB7D-487A-A2A7-D65D08B8553B}" destId="{B1E23CDA-B196-4F69-8FCC-08219D7031BA}" srcOrd="1" destOrd="0" presId="urn:microsoft.com/office/officeart/2005/8/layout/hierarchy4"/>
    <dgm:cxn modelId="{759D092E-9AD4-4DDA-98F0-999BAD82AF44}" type="presParOf" srcId="{12972360-CB7D-487A-A2A7-D65D08B8553B}" destId="{5CD58454-97C2-48C9-9469-E8EA73525E18}" srcOrd="2" destOrd="0" presId="urn:microsoft.com/office/officeart/2005/8/layout/hierarchy4"/>
    <dgm:cxn modelId="{1CA2FB39-7432-4D95-94AC-607F696F1A41}" type="presParOf" srcId="{5CD58454-97C2-48C9-9469-E8EA73525E18}" destId="{6C67880A-A079-4281-8D4B-5E34EE9B4C4F}" srcOrd="0" destOrd="0" presId="urn:microsoft.com/office/officeart/2005/8/layout/hierarchy4"/>
    <dgm:cxn modelId="{D0D1C763-7401-4F5A-8EB9-FCE077790C5E}" type="presParOf" srcId="{6C67880A-A079-4281-8D4B-5E34EE9B4C4F}" destId="{B88EF45E-C79B-4CA9-9E41-1DE0BAA080D2}" srcOrd="0" destOrd="0" presId="urn:microsoft.com/office/officeart/2005/8/layout/hierarchy4"/>
    <dgm:cxn modelId="{0A2B3A04-15A2-481E-A345-9A3E59091F49}" type="presParOf" srcId="{6C67880A-A079-4281-8D4B-5E34EE9B4C4F}" destId="{834F6D21-1897-4EA9-81D8-956178B9A7A5}" srcOrd="1" destOrd="0" presId="urn:microsoft.com/office/officeart/2005/8/layout/hierarchy4"/>
    <dgm:cxn modelId="{184A0097-B6D0-4D07-93CC-66238329AE41}" type="presParOf" srcId="{5CD58454-97C2-48C9-9469-E8EA73525E18}" destId="{0C97DBF0-651A-4232-B157-7AEAC9CB076D}" srcOrd="1" destOrd="0" presId="urn:microsoft.com/office/officeart/2005/8/layout/hierarchy4"/>
    <dgm:cxn modelId="{42E2A96B-9C38-4BFC-8560-202555FC2692}" type="presParOf" srcId="{5CD58454-97C2-48C9-9469-E8EA73525E18}" destId="{BE015229-8DC1-4097-9982-C62B76B35988}" srcOrd="2" destOrd="0" presId="urn:microsoft.com/office/officeart/2005/8/layout/hierarchy4"/>
    <dgm:cxn modelId="{0D384C49-82E4-44AE-9415-88AED539C2E9}" type="presParOf" srcId="{BE015229-8DC1-4097-9982-C62B76B35988}" destId="{914B07E2-2D21-4C72-B7DC-F655B0D2789F}" srcOrd="0" destOrd="0" presId="urn:microsoft.com/office/officeart/2005/8/layout/hierarchy4"/>
    <dgm:cxn modelId="{E11032BF-F01B-4406-993B-65C8FC0136A0}" type="presParOf" srcId="{BE015229-8DC1-4097-9982-C62B76B35988}" destId="{F861D05F-8665-4E12-A283-F9DA6F0B8BF9}" srcOrd="1" destOrd="0" presId="urn:microsoft.com/office/officeart/2005/8/layout/hierarchy4"/>
    <dgm:cxn modelId="{586CA8D2-58A7-46E2-A8CA-294F62FE54DA}" type="presParOf" srcId="{4CADF704-0454-401B-B560-2251CCF39D17}" destId="{10B5E3FB-8E0B-40AE-9101-182C67FC502A}" srcOrd="1" destOrd="0" presId="urn:microsoft.com/office/officeart/2005/8/layout/hierarchy4"/>
    <dgm:cxn modelId="{43A1A419-6406-4AC5-8C00-A62F4F0B987E}" type="presParOf" srcId="{4CADF704-0454-401B-B560-2251CCF39D17}" destId="{508CCD59-97AA-4FCA-9855-D9C402597956}" srcOrd="2" destOrd="0" presId="urn:microsoft.com/office/officeart/2005/8/layout/hierarchy4"/>
    <dgm:cxn modelId="{55BA7CE8-51BF-477B-A9EB-72722E00B6B8}" type="presParOf" srcId="{508CCD59-97AA-4FCA-9855-D9C402597956}" destId="{3E853FF1-093F-4EF8-8BCC-C11154AE5F56}" srcOrd="0" destOrd="0" presId="urn:microsoft.com/office/officeart/2005/8/layout/hierarchy4"/>
    <dgm:cxn modelId="{E68FF8B2-8D01-47C0-A7B9-8E2D969A3DFC}" type="presParOf" srcId="{508CCD59-97AA-4FCA-9855-D9C402597956}" destId="{B28C754D-D77F-4AC5-8D1B-5181F5295C42}" srcOrd="1" destOrd="0" presId="urn:microsoft.com/office/officeart/2005/8/layout/hierarchy4"/>
    <dgm:cxn modelId="{89E12813-3276-48A1-9387-D57FD9EF7227}" type="presParOf" srcId="{508CCD59-97AA-4FCA-9855-D9C402597956}" destId="{0AE0033E-DBDA-45C2-9EA8-A27FE83DB99F}" srcOrd="2" destOrd="0" presId="urn:microsoft.com/office/officeart/2005/8/layout/hierarchy4"/>
    <dgm:cxn modelId="{F9A7C5D5-D257-4DCB-A8C7-99BD828D1FAF}" type="presParOf" srcId="{0AE0033E-DBDA-45C2-9EA8-A27FE83DB99F}" destId="{C0009A21-FE37-4F6E-85AE-8FF4D6768C0C}" srcOrd="0" destOrd="0" presId="urn:microsoft.com/office/officeart/2005/8/layout/hierarchy4"/>
    <dgm:cxn modelId="{0C100E36-3B34-45D4-8D55-25CF8E9FFF57}" type="presParOf" srcId="{C0009A21-FE37-4F6E-85AE-8FF4D6768C0C}" destId="{63828825-E964-4643-88C5-ECD30183D14E}" srcOrd="0" destOrd="0" presId="urn:microsoft.com/office/officeart/2005/8/layout/hierarchy4"/>
    <dgm:cxn modelId="{5C2320B9-F954-4EE2-9114-149205463563}" type="presParOf" srcId="{C0009A21-FE37-4F6E-85AE-8FF4D6768C0C}" destId="{B8E76EFC-5274-4469-81BE-961AF9743CF5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8A94E6-21BB-491E-ADAA-07E1E06D7087}">
      <dsp:nvSpPr>
        <dsp:cNvPr id="0" name=""/>
        <dsp:cNvSpPr/>
      </dsp:nvSpPr>
      <dsp:spPr>
        <a:xfrm>
          <a:off x="1390" y="375"/>
          <a:ext cx="12116066" cy="2124551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6500" kern="1200" dirty="0"/>
        </a:p>
      </dsp:txBody>
      <dsp:txXfrm>
        <a:off x="63616" y="62601"/>
        <a:ext cx="11991614" cy="2000099"/>
      </dsp:txXfrm>
    </dsp:sp>
    <dsp:sp modelId="{461F8E4E-31CB-4A10-B358-A56BB2F8E953}">
      <dsp:nvSpPr>
        <dsp:cNvPr id="0" name=""/>
        <dsp:cNvSpPr/>
      </dsp:nvSpPr>
      <dsp:spPr>
        <a:xfrm>
          <a:off x="1390" y="2337006"/>
          <a:ext cx="7914590" cy="2124551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6500" kern="1200"/>
        </a:p>
      </dsp:txBody>
      <dsp:txXfrm>
        <a:off x="63616" y="2399232"/>
        <a:ext cx="7790138" cy="2000099"/>
      </dsp:txXfrm>
    </dsp:sp>
    <dsp:sp modelId="{B88EF45E-C79B-4CA9-9E41-1DE0BAA080D2}">
      <dsp:nvSpPr>
        <dsp:cNvPr id="0" name=""/>
        <dsp:cNvSpPr/>
      </dsp:nvSpPr>
      <dsp:spPr>
        <a:xfrm>
          <a:off x="1390" y="4673637"/>
          <a:ext cx="3875901" cy="2124551"/>
        </a:xfrm>
        <a:prstGeom prst="roundRect">
          <a:avLst>
            <a:gd name="adj" fmla="val 10000"/>
          </a:avLst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6500" kern="1200"/>
        </a:p>
      </dsp:txBody>
      <dsp:txXfrm>
        <a:off x="63616" y="4735863"/>
        <a:ext cx="3751449" cy="2000099"/>
      </dsp:txXfrm>
    </dsp:sp>
    <dsp:sp modelId="{914B07E2-2D21-4C72-B7DC-F655B0D2789F}">
      <dsp:nvSpPr>
        <dsp:cNvPr id="0" name=""/>
        <dsp:cNvSpPr/>
      </dsp:nvSpPr>
      <dsp:spPr>
        <a:xfrm>
          <a:off x="4040079" y="4673637"/>
          <a:ext cx="3875901" cy="2124551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6500" kern="1200"/>
        </a:p>
      </dsp:txBody>
      <dsp:txXfrm>
        <a:off x="4102305" y="4735863"/>
        <a:ext cx="3751449" cy="2000099"/>
      </dsp:txXfrm>
    </dsp:sp>
    <dsp:sp modelId="{3E853FF1-093F-4EF8-8BCC-C11154AE5F56}">
      <dsp:nvSpPr>
        <dsp:cNvPr id="0" name=""/>
        <dsp:cNvSpPr/>
      </dsp:nvSpPr>
      <dsp:spPr>
        <a:xfrm>
          <a:off x="8241556" y="2337006"/>
          <a:ext cx="3875901" cy="2124551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6500" kern="1200"/>
        </a:p>
      </dsp:txBody>
      <dsp:txXfrm>
        <a:off x="8303782" y="2399232"/>
        <a:ext cx="3751449" cy="2000099"/>
      </dsp:txXfrm>
    </dsp:sp>
    <dsp:sp modelId="{63828825-E964-4643-88C5-ECD30183D14E}">
      <dsp:nvSpPr>
        <dsp:cNvPr id="0" name=""/>
        <dsp:cNvSpPr/>
      </dsp:nvSpPr>
      <dsp:spPr>
        <a:xfrm>
          <a:off x="8241556" y="4673637"/>
          <a:ext cx="3875901" cy="2124551"/>
        </a:xfrm>
        <a:prstGeom prst="roundRect">
          <a:avLst>
            <a:gd name="adj" fmla="val 10000"/>
          </a:avLst>
        </a:prstGeom>
        <a:solidFill>
          <a:schemeClr val="bg2">
            <a:lumMod val="9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6500" kern="1200"/>
        </a:p>
      </dsp:txBody>
      <dsp:txXfrm>
        <a:off x="8303782" y="4735863"/>
        <a:ext cx="3751449" cy="20000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055132-8523-7F3B-070D-D180536A0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84FA049-81D3-FC7C-5B15-652ADE90E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15B6CC-D32E-D4A4-388A-0CD05439F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A11A-DDDB-4A7D-9385-9612F74FF0D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C77497-CB21-7A48-8829-BAC539C95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80483E-1A2A-54EF-E8D7-0C57B7FB0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ACE3-6E1D-4A50-9E6E-F502654E8D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0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5115D6-AA00-6059-3C8C-C3F0137E5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154CB0-101C-4445-C0AD-7E03E7B38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F7DF49-7608-154C-46FE-1635AE335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A11A-DDDB-4A7D-9385-9612F74FF0D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633290-4BC1-027F-E66F-FCDAF1314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4345B8-2046-1A32-C52F-6A56E611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ACE3-6E1D-4A50-9E6E-F502654E8D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8666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A9159C-4CFD-91D6-1BCD-8E5302DD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4E7B08A-A580-8461-F8D0-5D479FFAF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892D95-0F84-E23E-A429-454D4B09B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A11A-DDDB-4A7D-9385-9612F74FF0D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7D2821-AC19-10C4-318F-AFCD35CE7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877259-95A5-6055-D3B9-A7340477C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ACE3-6E1D-4A50-9E6E-F502654E8D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6372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1A9C84-3813-CA40-1822-02F49A000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BABBEC-6B40-8932-9951-E5F783925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69973BA-6A04-49B9-F72A-FB661AA29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493B8FE-8837-CE79-CA80-5943E2EC8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A11A-DDDB-4A7D-9385-9612F74FF0D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F37161-ABA5-C480-0630-135EDD755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8E3AC38-E1F6-B511-908E-B02A0DF6F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ACE3-6E1D-4A50-9E6E-F502654E8D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8050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B251E-AB96-E2FA-180D-8C2269ABD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39FB291-FDB6-1E0F-DD28-261B9E506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9D67D3A-1850-F833-F010-14F20448E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2501ABF-68CF-94C2-4165-EEDB6A6021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5BF038E-21AD-D11C-7DCF-049341D70F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AB6BECA-26AD-B5FC-58DD-DE6C187C7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A11A-DDDB-4A7D-9385-9612F74FF0D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08795D9-B0CE-73C0-B880-D6FCF82D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27EE060-B225-98D5-EFFB-B011B503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ACE3-6E1D-4A50-9E6E-F502654E8D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6633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8C9000-CD9B-25C4-C97D-934CA6308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D7EA9F7-11B0-1772-950A-AC3820479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A11A-DDDB-4A7D-9385-9612F74FF0D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28693CD-95EA-4738-46BF-0E6A53E0F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43709FB-AAAC-EB1C-63CC-918971ECA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ACE3-6E1D-4A50-9E6E-F502654E8D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8150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C683583-FB00-6355-03A5-F126B85B9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A11A-DDDB-4A7D-9385-9612F74FF0D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931BF14-4F53-A135-A38B-8ED3FB446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8D05D3-7409-2B3B-315E-70E33DAD8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ACE3-6E1D-4A50-9E6E-F502654E8D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3356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6F4BE7-6A64-7339-98EE-58F18ADA2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A81EE7-A333-F541-19D4-516200A55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F3E1670-2E00-F379-1788-8F0FCC087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6FA3F9-4DEF-EB6C-AFAE-C274A5798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A11A-DDDB-4A7D-9385-9612F74FF0D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690C033-1C14-3367-EB6F-EEC759A25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C67E200-86EF-3F9D-1079-C61B98090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ACE3-6E1D-4A50-9E6E-F502654E8D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6457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7E343-D9EE-48F2-E8BF-920A395AD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DBF4E89-52C8-F370-DA3C-4F688025FD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8F7F6E3-352B-553A-5FC2-C50A81B64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0C8B1C0-03F5-5BDE-3A82-237937830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A11A-DDDB-4A7D-9385-9612F74FF0D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4ED3C34-8A92-DDCE-76C7-C9C88128F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DD69F8B-4EDA-4505-C45A-3A87FE126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ACE3-6E1D-4A50-9E6E-F502654E8D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0362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63C3EC-2E76-F7D3-7A20-F70F5A09F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514E641-F956-D26F-6D68-162A2188A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52C408-414B-39D7-EC79-C3AFE78FD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A11A-DDDB-4A7D-9385-9612F74FF0D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269944-4100-BEA7-5631-BA70CD7DB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B6A47D-4864-D0B1-0A13-1B7826702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ACE3-6E1D-4A50-9E6E-F502654E8D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2994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0D9FB1B-EC18-A37A-56A1-0A4610016A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07B72AD-DA9E-9694-00F2-934BED73E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A420EB-6213-3C16-85A3-45847A65F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A11A-DDDB-4A7D-9385-9612F74FF0D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2D0943-6B2D-A38F-9A6F-F25EA38C0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A87F6C-708C-AF24-A5EE-43774C131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ACE3-6E1D-4A50-9E6E-F502654E8D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171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A1C2007-A14D-7C25-13E7-2B6ABF39D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F1553BF-DD11-67C8-F2A1-343005704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F704E5-7D86-67D0-C873-B95C06E0E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2A11A-DDDB-4A7D-9385-9612F74FF0D2}" type="datetimeFigureOut">
              <a:rPr lang="fr-FR" smtClean="0"/>
              <a:t>08/02/2026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2CBB63-6E0B-1040-2903-9FCF29A25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AFB899-1820-72CB-6CCE-EAE78836FB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DACE3-6E1D-4A50-9E6E-F502654E8D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819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78464A74-9C5F-6875-5B89-237A0546A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6453855"/>
              </p:ext>
            </p:extLst>
          </p:nvPr>
        </p:nvGraphicFramePr>
        <p:xfrm>
          <a:off x="73152" y="91440"/>
          <a:ext cx="12118848" cy="67985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823746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Pascal Gorisse</dc:creator>
  <cp:lastModifiedBy>Pascal Gorisse</cp:lastModifiedBy>
  <cp:revision>3</cp:revision>
  <dcterms:created xsi:type="dcterms:W3CDTF">2026-02-08T19:31:09Z</dcterms:created>
  <dcterms:modified xsi:type="dcterms:W3CDTF">2026-02-08T19:49:47Z</dcterms:modified>
</cp:coreProperties>
</file>